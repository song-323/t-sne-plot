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image" Target="../media/image4.svg"/><Relationship Id="rId6" Type="http://schemas.openxmlformats.org/officeDocument/2006/relationships/image" Target="../media/image3.png"/><Relationship Id="rId5" Type="http://schemas.openxmlformats.org/officeDocument/2006/relationships/tags" Target="../tags/tag65.xml"/><Relationship Id="rId46" Type="http://schemas.openxmlformats.org/officeDocument/2006/relationships/slideLayout" Target="../slideLayouts/slideLayout2.xml"/><Relationship Id="rId45" Type="http://schemas.openxmlformats.org/officeDocument/2006/relationships/tags" Target="../tags/tag78.xml"/><Relationship Id="rId44" Type="http://schemas.openxmlformats.org/officeDocument/2006/relationships/image" Target="../media/image29.svg"/><Relationship Id="rId43" Type="http://schemas.openxmlformats.org/officeDocument/2006/relationships/image" Target="../media/image28.png"/><Relationship Id="rId42" Type="http://schemas.openxmlformats.org/officeDocument/2006/relationships/tags" Target="../tags/tag77.xml"/><Relationship Id="rId41" Type="http://schemas.openxmlformats.org/officeDocument/2006/relationships/image" Target="../media/image27.svg"/><Relationship Id="rId40" Type="http://schemas.openxmlformats.org/officeDocument/2006/relationships/image" Target="../media/image26.png"/><Relationship Id="rId4" Type="http://schemas.openxmlformats.org/officeDocument/2006/relationships/tags" Target="../tags/tag64.xml"/><Relationship Id="rId39" Type="http://schemas.openxmlformats.org/officeDocument/2006/relationships/tags" Target="../tags/tag76.xml"/><Relationship Id="rId38" Type="http://schemas.openxmlformats.org/officeDocument/2006/relationships/image" Target="../media/image25.svg"/><Relationship Id="rId37" Type="http://schemas.openxmlformats.org/officeDocument/2006/relationships/image" Target="../media/image24.png"/><Relationship Id="rId36" Type="http://schemas.openxmlformats.org/officeDocument/2006/relationships/tags" Target="../tags/tag75.xml"/><Relationship Id="rId35" Type="http://schemas.openxmlformats.org/officeDocument/2006/relationships/image" Target="../media/image23.png"/><Relationship Id="rId34" Type="http://schemas.openxmlformats.org/officeDocument/2006/relationships/image" Target="../media/image22.png"/><Relationship Id="rId33" Type="http://schemas.openxmlformats.org/officeDocument/2006/relationships/image" Target="../media/image21.png"/><Relationship Id="rId32" Type="http://schemas.openxmlformats.org/officeDocument/2006/relationships/image" Target="../media/image20.png"/><Relationship Id="rId31" Type="http://schemas.openxmlformats.org/officeDocument/2006/relationships/image" Target="../media/image19.png"/><Relationship Id="rId30" Type="http://schemas.openxmlformats.org/officeDocument/2006/relationships/image" Target="../media/image18.png"/><Relationship Id="rId3" Type="http://schemas.openxmlformats.org/officeDocument/2006/relationships/image" Target="../media/image2.svg"/><Relationship Id="rId29" Type="http://schemas.openxmlformats.org/officeDocument/2006/relationships/image" Target="../media/image17.svg"/><Relationship Id="rId28" Type="http://schemas.openxmlformats.org/officeDocument/2006/relationships/tags" Target="../tags/tag74.xml"/><Relationship Id="rId27" Type="http://schemas.openxmlformats.org/officeDocument/2006/relationships/image" Target="../media/image16.png"/><Relationship Id="rId26" Type="http://schemas.openxmlformats.org/officeDocument/2006/relationships/image" Target="../media/image15.svg"/><Relationship Id="rId25" Type="http://schemas.openxmlformats.org/officeDocument/2006/relationships/tags" Target="../tags/tag73.xml"/><Relationship Id="rId24" Type="http://schemas.openxmlformats.org/officeDocument/2006/relationships/image" Target="../media/image14.svg"/><Relationship Id="rId23" Type="http://schemas.openxmlformats.org/officeDocument/2006/relationships/tags" Target="../tags/tag72.xml"/><Relationship Id="rId22" Type="http://schemas.openxmlformats.org/officeDocument/2006/relationships/image" Target="../media/image13.svg"/><Relationship Id="rId21" Type="http://schemas.openxmlformats.org/officeDocument/2006/relationships/image" Target="../media/image12.png"/><Relationship Id="rId20" Type="http://schemas.openxmlformats.org/officeDocument/2006/relationships/tags" Target="../tags/tag71.xml"/><Relationship Id="rId2" Type="http://schemas.openxmlformats.org/officeDocument/2006/relationships/image" Target="../media/image1.png"/><Relationship Id="rId19" Type="http://schemas.openxmlformats.org/officeDocument/2006/relationships/image" Target="../media/image11.svg"/><Relationship Id="rId18" Type="http://schemas.openxmlformats.org/officeDocument/2006/relationships/image" Target="../media/image10.png"/><Relationship Id="rId17" Type="http://schemas.openxmlformats.org/officeDocument/2006/relationships/tags" Target="../tags/tag70.xml"/><Relationship Id="rId16" Type="http://schemas.openxmlformats.org/officeDocument/2006/relationships/image" Target="../media/image9.svg"/><Relationship Id="rId15" Type="http://schemas.openxmlformats.org/officeDocument/2006/relationships/image" Target="../media/image8.png"/><Relationship Id="rId14" Type="http://schemas.openxmlformats.org/officeDocument/2006/relationships/tags" Target="../tags/tag69.xml"/><Relationship Id="rId13" Type="http://schemas.openxmlformats.org/officeDocument/2006/relationships/image" Target="../media/image7.png"/><Relationship Id="rId12" Type="http://schemas.openxmlformats.org/officeDocument/2006/relationships/image" Target="../media/image6.svg"/><Relationship Id="rId11" Type="http://schemas.openxmlformats.org/officeDocument/2006/relationships/image" Target="../media/image5.png"/><Relationship Id="rId10" Type="http://schemas.openxmlformats.org/officeDocument/2006/relationships/tags" Target="../tags/tag68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4" name="组合 53"/>
          <p:cNvGrpSpPr/>
          <p:nvPr/>
        </p:nvGrpSpPr>
        <p:grpSpPr>
          <a:xfrm>
            <a:off x="1571625" y="869950"/>
            <a:ext cx="9847580" cy="3805555"/>
            <a:chOff x="2475" y="1370"/>
            <a:chExt cx="15508" cy="5993"/>
          </a:xfrm>
        </p:grpSpPr>
        <p:grpSp>
          <p:nvGrpSpPr>
            <p:cNvPr id="62" name="组合 61"/>
            <p:cNvGrpSpPr/>
            <p:nvPr/>
          </p:nvGrpSpPr>
          <p:grpSpPr>
            <a:xfrm rot="0">
              <a:off x="4981" y="5778"/>
              <a:ext cx="3508" cy="1504"/>
              <a:chOff x="2057" y="8134"/>
              <a:chExt cx="3508" cy="1504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2057" y="8134"/>
                <a:ext cx="3508" cy="15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 flipH="1">
                <a:off x="3524" y="8455"/>
                <a:ext cx="379" cy="10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38" name="图片 37" descr="人员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108" y="8553"/>
                <a:ext cx="613" cy="613"/>
              </a:xfrm>
              <a:prstGeom prst="rect">
                <a:avLst/>
              </a:prstGeom>
            </p:spPr>
          </p:pic>
          <p:pic>
            <p:nvPicPr>
              <p:cNvPr id="39" name="图片 38" descr="人员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82" y="8898"/>
                <a:ext cx="613" cy="613"/>
              </a:xfrm>
              <a:prstGeom prst="rect">
                <a:avLst/>
              </a:prstGeom>
            </p:spPr>
          </p:pic>
          <p:pic>
            <p:nvPicPr>
              <p:cNvPr id="45" name="图片 44" descr="图标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rot="14160000">
                <a:off x="2593" y="8441"/>
                <a:ext cx="607" cy="607"/>
              </a:xfrm>
              <a:prstGeom prst="rect">
                <a:avLst/>
              </a:prstGeom>
            </p:spPr>
          </p:pic>
          <p:cxnSp>
            <p:nvCxnSpPr>
              <p:cNvPr id="55" name="直接箭头连接符 54"/>
              <p:cNvCxnSpPr>
                <a:stCxn id="40" idx="3"/>
                <a:endCxn id="43" idx="1"/>
              </p:cNvCxnSpPr>
              <p:nvPr/>
            </p:nvCxnSpPr>
            <p:spPr>
              <a:xfrm flipV="1">
                <a:off x="4373" y="8466"/>
                <a:ext cx="493" cy="39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headEnd type="non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40" name="图片 39" descr="人员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60" y="8553"/>
                <a:ext cx="613" cy="613"/>
              </a:xfrm>
              <a:prstGeom prst="rect">
                <a:avLst/>
              </a:prstGeom>
            </p:spPr>
          </p:pic>
          <p:pic>
            <p:nvPicPr>
              <p:cNvPr id="41" name="图片 40" descr="人员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562" y="8898"/>
                <a:ext cx="613" cy="613"/>
              </a:xfrm>
              <a:prstGeom prst="rect">
                <a:avLst/>
              </a:prstGeom>
            </p:spPr>
          </p:pic>
          <p:pic>
            <p:nvPicPr>
              <p:cNvPr id="43" name="图片 42" descr="文件夹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866" y="8238"/>
                <a:ext cx="456" cy="456"/>
              </a:xfrm>
              <a:prstGeom prst="rect">
                <a:avLst/>
              </a:prstGeom>
            </p:spPr>
          </p:pic>
          <p:sp>
            <p:nvSpPr>
              <p:cNvPr id="58" name="文本框 57"/>
              <p:cNvSpPr txBox="1"/>
              <p:nvPr/>
            </p:nvSpPr>
            <p:spPr>
              <a:xfrm>
                <a:off x="3656" y="9166"/>
                <a:ext cx="1272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/>
                  <a:t>Implicit</a:t>
                </a:r>
                <a:endParaRPr lang="en-US" altLang="zh-CN" sz="1200"/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2721" y="8208"/>
                <a:ext cx="1272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/>
                  <a:t>Explicit</a:t>
                </a:r>
                <a:endParaRPr lang="en-US" altLang="zh-CN" sz="1200"/>
              </a:p>
            </p:txBody>
          </p:sp>
          <p:cxnSp>
            <p:nvCxnSpPr>
              <p:cNvPr id="60" name="直接箭头连接符 59"/>
              <p:cNvCxnSpPr/>
              <p:nvPr/>
            </p:nvCxnSpPr>
            <p:spPr>
              <a:xfrm flipH="1">
                <a:off x="4869" y="8694"/>
                <a:ext cx="225" cy="20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headEnd type="non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7" name="圆角矩形 46"/>
            <p:cNvSpPr/>
            <p:nvPr/>
          </p:nvSpPr>
          <p:spPr>
            <a:xfrm>
              <a:off x="16139" y="5402"/>
              <a:ext cx="1213" cy="426"/>
            </a:xfrm>
            <a:prstGeom prst="roundRect">
              <a:avLst/>
            </a:prstGeom>
            <a:solidFill>
              <a:srgbClr val="B6E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13935" y="4523"/>
              <a:ext cx="3741" cy="2840"/>
            </a:xfrm>
            <a:prstGeom prst="roundRect">
              <a:avLst>
                <a:gd name="adj" fmla="val 3353"/>
              </a:avLst>
            </a:prstGeom>
            <a:noFill/>
            <a:ln>
              <a:solidFill>
                <a:schemeClr val="tx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8DEF0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3935" y="1371"/>
              <a:ext cx="3741" cy="3044"/>
            </a:xfrm>
            <a:prstGeom prst="roundRect">
              <a:avLst>
                <a:gd name="adj" fmla="val 3353"/>
              </a:avLst>
            </a:prstGeom>
            <a:noFill/>
            <a:ln>
              <a:solidFill>
                <a:schemeClr val="tx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8DEF0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13" name="圆角矩形 112"/>
            <p:cNvSpPr/>
            <p:nvPr/>
          </p:nvSpPr>
          <p:spPr>
            <a:xfrm>
              <a:off x="8916" y="1370"/>
              <a:ext cx="4697" cy="5993"/>
            </a:xfrm>
            <a:prstGeom prst="roundRect">
              <a:avLst>
                <a:gd name="adj" fmla="val 3353"/>
              </a:avLst>
            </a:prstGeom>
            <a:solidFill>
              <a:srgbClr val="E8DEF0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3331" y="2416"/>
              <a:ext cx="10171" cy="2872"/>
            </a:xfrm>
            <a:prstGeom prst="roundRect">
              <a:avLst>
                <a:gd name="adj" fmla="val 19574"/>
              </a:avLst>
            </a:prstGeom>
            <a:noFill/>
            <a:ln w="25400">
              <a:solidFill>
                <a:schemeClr val="tx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12105" y="1529"/>
              <a:ext cx="1464" cy="5765"/>
            </a:xfrm>
            <a:prstGeom prst="rect">
              <a:avLst/>
            </a:prstGeom>
            <a:solidFill>
              <a:srgbClr val="E8DE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圆角矩形 98"/>
            <p:cNvSpPr/>
            <p:nvPr/>
          </p:nvSpPr>
          <p:spPr>
            <a:xfrm>
              <a:off x="10026" y="4380"/>
              <a:ext cx="2518" cy="213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  <a:alpha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圆角矩形 97"/>
            <p:cNvSpPr/>
            <p:nvPr/>
          </p:nvSpPr>
          <p:spPr>
            <a:xfrm>
              <a:off x="9972" y="4328"/>
              <a:ext cx="2518" cy="2138"/>
            </a:xfrm>
            <a:prstGeom prst="roundRect">
              <a:avLst/>
            </a:prstGeom>
            <a:solidFill>
              <a:srgbClr val="FFFAEA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圆角矩形 95"/>
            <p:cNvSpPr/>
            <p:nvPr/>
          </p:nvSpPr>
          <p:spPr>
            <a:xfrm>
              <a:off x="9216" y="1704"/>
              <a:ext cx="4123" cy="127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  <a:alpha val="59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5" name="圆角矩形 94"/>
            <p:cNvSpPr/>
            <p:nvPr/>
          </p:nvSpPr>
          <p:spPr>
            <a:xfrm>
              <a:off x="9163" y="1658"/>
              <a:ext cx="4123" cy="1279"/>
            </a:xfrm>
            <a:prstGeom prst="roundRect">
              <a:avLst/>
            </a:prstGeom>
            <a:solidFill>
              <a:srgbClr val="EFF7E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圆角矩形 78"/>
            <p:cNvSpPr/>
            <p:nvPr/>
          </p:nvSpPr>
          <p:spPr>
            <a:xfrm>
              <a:off x="9229" y="2211"/>
              <a:ext cx="960" cy="451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i="1">
                <a:latin typeface="Cambria Math" panose="02040503050406030204" charset="0"/>
                <a:cs typeface="Cambria Math" panose="0204050305040603020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/>
                <p:cNvSpPr txBox="1"/>
                <p:nvPr/>
              </p:nvSpPr>
              <p:spPr>
                <a:xfrm>
                  <a:off x="9107" y="2152"/>
                  <a:ext cx="1155" cy="5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𝐿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83" name="文本框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7" y="2152"/>
                  <a:ext cx="1155" cy="529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矩形 22"/>
            <p:cNvSpPr/>
            <p:nvPr/>
          </p:nvSpPr>
          <p:spPr>
            <a:xfrm>
              <a:off x="3058" y="2807"/>
              <a:ext cx="1425" cy="18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9" name="图片 8" descr="云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475" y="2600"/>
              <a:ext cx="1842" cy="1842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3057" y="3674"/>
              <a:ext cx="703" cy="7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666" y="3113"/>
              <a:ext cx="148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/>
                <a:t>Cloud </a:t>
              </a:r>
              <a:endParaRPr lang="en-US" altLang="zh-CN" sz="1200"/>
            </a:p>
            <a:p>
              <a:pPr algn="ctr"/>
              <a:r>
                <a:rPr lang="en-US" altLang="zh-CN" sz="1200"/>
                <a:t>Audit Logs</a:t>
              </a:r>
              <a:endParaRPr lang="en-US" altLang="zh-CN" sz="1200"/>
            </a:p>
          </p:txBody>
        </p:sp>
        <p:pic>
          <p:nvPicPr>
            <p:cNvPr id="10" name="图片 9" descr="便签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033" y="3796"/>
              <a:ext cx="727" cy="727"/>
            </a:xfrm>
            <a:prstGeom prst="rect">
              <a:avLst/>
            </a:prstGeom>
          </p:spPr>
        </p:pic>
        <p:sp>
          <p:nvSpPr>
            <p:cNvPr id="14" name="圆角矩形 13"/>
            <p:cNvSpPr/>
            <p:nvPr/>
          </p:nvSpPr>
          <p:spPr>
            <a:xfrm>
              <a:off x="5069" y="1806"/>
              <a:ext cx="3210" cy="1121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>
                  <a:solidFill>
                    <a:schemeClr val="tx1"/>
                  </a:solidFill>
                </a:rPr>
                <a:t>User-Day Aggregation Features (Dim=19)</a:t>
              </a:r>
              <a:endParaRPr lang="en-US" altLang="zh-CN" sz="1400">
                <a:solidFill>
                  <a:schemeClr val="tx1"/>
                </a:solidFill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5069" y="4768"/>
              <a:ext cx="3210" cy="112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>
                  <a:solidFill>
                    <a:schemeClr val="tx1"/>
                  </a:solidFill>
                </a:rPr>
                <a:t>Target-Day Interaction Graph Construction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pic>
          <p:nvPicPr>
            <p:cNvPr id="32" name="图片 31" descr="箭头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844" y="5172"/>
              <a:ext cx="237" cy="228"/>
            </a:xfrm>
            <a:prstGeom prst="rect">
              <a:avLst/>
            </a:prstGeom>
          </p:spPr>
        </p:pic>
        <p:pic>
          <p:nvPicPr>
            <p:cNvPr id="33" name="图片 32" descr="箭头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4844" y="2303"/>
              <a:ext cx="237" cy="228"/>
            </a:xfrm>
            <a:prstGeom prst="rect">
              <a:avLst/>
            </a:prstGeom>
          </p:spPr>
        </p:pic>
        <p:pic>
          <p:nvPicPr>
            <p:cNvPr id="63" name="图片 62" descr="箭头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765" y="5174"/>
              <a:ext cx="237" cy="228"/>
            </a:xfrm>
            <a:prstGeom prst="rect">
              <a:avLst/>
            </a:prstGeom>
          </p:spPr>
        </p:pic>
        <p:grpSp>
          <p:nvGrpSpPr>
            <p:cNvPr id="77" name="组合 76"/>
            <p:cNvGrpSpPr/>
            <p:nvPr/>
          </p:nvGrpSpPr>
          <p:grpSpPr>
            <a:xfrm rot="0">
              <a:off x="10495" y="4683"/>
              <a:ext cx="1427" cy="1465"/>
              <a:chOff x="9746" y="1539"/>
              <a:chExt cx="1745" cy="1791"/>
            </a:xfrm>
          </p:grpSpPr>
          <p:sp>
            <p:nvSpPr>
              <p:cNvPr id="64" name="椭圆 63"/>
              <p:cNvSpPr/>
              <p:nvPr/>
            </p:nvSpPr>
            <p:spPr>
              <a:xfrm>
                <a:off x="10982" y="2909"/>
                <a:ext cx="356" cy="35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9746" y="2124"/>
                <a:ext cx="356" cy="35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10430" y="2304"/>
                <a:ext cx="356" cy="35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9957" y="2974"/>
                <a:ext cx="356" cy="35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" name="椭圆 67"/>
              <p:cNvSpPr/>
              <p:nvPr/>
            </p:nvSpPr>
            <p:spPr>
              <a:xfrm>
                <a:off x="10538" y="1539"/>
                <a:ext cx="356" cy="35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" name="椭圆 68"/>
              <p:cNvSpPr/>
              <p:nvPr/>
            </p:nvSpPr>
            <p:spPr>
              <a:xfrm>
                <a:off x="11135" y="2060"/>
                <a:ext cx="356" cy="35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0" name="直接箭头连接符 69"/>
              <p:cNvCxnSpPr/>
              <p:nvPr/>
            </p:nvCxnSpPr>
            <p:spPr>
              <a:xfrm flipV="1">
                <a:off x="10081" y="1794"/>
                <a:ext cx="493" cy="39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1" name="直接箭头连接符 70"/>
              <p:cNvCxnSpPr>
                <a:endCxn id="66" idx="2"/>
              </p:cNvCxnSpPr>
              <p:nvPr/>
            </p:nvCxnSpPr>
            <p:spPr>
              <a:xfrm>
                <a:off x="10112" y="2383"/>
                <a:ext cx="318" cy="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71"/>
              <p:cNvCxnSpPr/>
              <p:nvPr/>
            </p:nvCxnSpPr>
            <p:spPr>
              <a:xfrm flipV="1">
                <a:off x="10243" y="2653"/>
                <a:ext cx="295" cy="36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olid"/>
                <a:headEnd type="triangl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3" name="直接箭头连接符 72"/>
              <p:cNvCxnSpPr/>
              <p:nvPr/>
            </p:nvCxnSpPr>
            <p:spPr>
              <a:xfrm flipV="1">
                <a:off x="10786" y="2339"/>
                <a:ext cx="372" cy="12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4" name="直接箭头连接符 73"/>
              <p:cNvCxnSpPr>
                <a:stCxn id="68" idx="4"/>
              </p:cNvCxnSpPr>
              <p:nvPr/>
            </p:nvCxnSpPr>
            <p:spPr>
              <a:xfrm flipH="1">
                <a:off x="10620" y="1895"/>
                <a:ext cx="96" cy="40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5" name="直接箭头连接符 74"/>
              <p:cNvCxnSpPr>
                <a:stCxn id="68" idx="5"/>
                <a:endCxn id="69" idx="1"/>
              </p:cNvCxnSpPr>
              <p:nvPr/>
            </p:nvCxnSpPr>
            <p:spPr>
              <a:xfrm>
                <a:off x="10842" y="1843"/>
                <a:ext cx="345" cy="26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6" name="直接箭头连接符 75"/>
              <p:cNvCxnSpPr/>
              <p:nvPr/>
            </p:nvCxnSpPr>
            <p:spPr>
              <a:xfrm flipH="1">
                <a:off x="11201" y="2416"/>
                <a:ext cx="103" cy="50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文本框 77"/>
                <p:cNvSpPr txBox="1"/>
                <p:nvPr/>
              </p:nvSpPr>
              <p:spPr>
                <a:xfrm>
                  <a:off x="9533" y="4260"/>
                  <a:ext cx="3431" cy="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=(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a14:m>
                  <a:r>
                    <a:rPr lang="en-US" altLang="zh-CN" sz="1200"/>
                    <a:t>  </a:t>
                  </a:r>
                  <a:endParaRPr lang="en-US" altLang="zh-CN" sz="1200"/>
                </a:p>
              </p:txBody>
            </p:sp>
          </mc:Choice>
          <mc:Fallback>
            <p:sp>
              <p:nvSpPr>
                <p:cNvPr id="78" name="文本框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3" y="4260"/>
                  <a:ext cx="3431" cy="441"/>
                </a:xfrm>
                <a:prstGeom prst="rect">
                  <a:avLst/>
                </a:prstGeom>
                <a:blipFill rotWithShape="1">
                  <a:blip r:embed="rId2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2" name="图片 81" descr="箭头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8978" y="2303"/>
              <a:ext cx="237" cy="228"/>
            </a:xfrm>
            <a:prstGeom prst="rect">
              <a:avLst/>
            </a:prstGeom>
          </p:spPr>
        </p:pic>
        <p:sp>
          <p:nvSpPr>
            <p:cNvPr id="84" name="圆角矩形 83"/>
            <p:cNvSpPr/>
            <p:nvPr/>
          </p:nvSpPr>
          <p:spPr>
            <a:xfrm>
              <a:off x="10239" y="2211"/>
              <a:ext cx="960" cy="451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i="1">
                <a:latin typeface="Cambria Math" panose="02040503050406030204" charset="0"/>
                <a:cs typeface="Cambria Math" panose="02040503050406030204" charset="0"/>
              </a:endParaRPr>
            </a:p>
          </p:txBody>
        </p:sp>
        <p:sp>
          <p:nvSpPr>
            <p:cNvPr id="86" name="圆角矩形 85"/>
            <p:cNvSpPr/>
            <p:nvPr/>
          </p:nvSpPr>
          <p:spPr>
            <a:xfrm>
              <a:off x="11238" y="2203"/>
              <a:ext cx="960" cy="451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i="1">
                <a:latin typeface="Cambria Math" panose="02040503050406030204" charset="0"/>
                <a:cs typeface="Cambria Math" panose="02040503050406030204" charset="0"/>
              </a:endParaRPr>
            </a:p>
          </p:txBody>
        </p:sp>
        <p:sp>
          <p:nvSpPr>
            <p:cNvPr id="88" name="圆角矩形 87"/>
            <p:cNvSpPr/>
            <p:nvPr/>
          </p:nvSpPr>
          <p:spPr>
            <a:xfrm>
              <a:off x="12248" y="2191"/>
              <a:ext cx="960" cy="451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i="1">
                <a:latin typeface="Cambria Math" panose="02040503050406030204" charset="0"/>
                <a:cs typeface="Cambria Math" panose="02040503050406030204" charset="0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11152" y="2061"/>
              <a:ext cx="1155" cy="529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p>
              <a:pPr algn="ctr"/>
              <a:r>
                <a:rPr lang="en-US" altLang="zh-CN"/>
                <a:t>...</a:t>
              </a:r>
              <a:endParaRPr lang="en-US" altLang="zh-C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文本框 89"/>
                <p:cNvSpPr txBox="1"/>
                <p:nvPr/>
              </p:nvSpPr>
              <p:spPr>
                <a:xfrm>
                  <a:off x="10139" y="2181"/>
                  <a:ext cx="1155" cy="5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𝐿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90" name="文本框 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9" y="2181"/>
                  <a:ext cx="1155" cy="529"/>
                </a:xfrm>
                <a:prstGeom prst="rect">
                  <a:avLst/>
                </a:prstGeom>
                <a:blipFill rotWithShape="1">
                  <a:blip r:embed="rId3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文本框 91"/>
                <p:cNvSpPr txBox="1"/>
                <p:nvPr/>
              </p:nvSpPr>
              <p:spPr>
                <a:xfrm>
                  <a:off x="12150" y="2161"/>
                  <a:ext cx="1155" cy="5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92" name="文本框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50" y="2161"/>
                  <a:ext cx="1155" cy="529"/>
                </a:xfrm>
                <a:prstGeom prst="rect">
                  <a:avLst/>
                </a:prstGeom>
                <a:blipFill rotWithShape="1">
                  <a:blip r:embed="rId3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文本框 92"/>
                <p:cNvSpPr txBox="1"/>
                <p:nvPr/>
              </p:nvSpPr>
              <p:spPr>
                <a:xfrm>
                  <a:off x="9351" y="1718"/>
                  <a:ext cx="3431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𝐿</m:t>
                      </m:r>
                    </m:oMath>
                  </a14:m>
                  <a:r>
                    <a:rPr lang="en-US" altLang="zh-CN" sz="1200"/>
                    <a:t>-S</a:t>
                  </a:r>
                  <a:r>
                    <a:rPr lang="en-US" altLang="zh-CN" sz="1200"/>
                    <a:t>tep Behavioral Sequence </a:t>
                  </a:r>
                  <a:endParaRPr lang="en-US" altLang="zh-CN" sz="1200"/>
                </a:p>
              </p:txBody>
            </p:sp>
          </mc:Choice>
          <mc:Fallback>
            <p:sp>
              <p:nvSpPr>
                <p:cNvPr id="93" name="文本框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1" y="1718"/>
                  <a:ext cx="3431" cy="434"/>
                </a:xfrm>
                <a:prstGeom prst="rect">
                  <a:avLst/>
                </a:prstGeom>
                <a:blipFill rotWithShape="1">
                  <a:blip r:embed="rId3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5" name="组合 114"/>
            <p:cNvGrpSpPr/>
            <p:nvPr/>
          </p:nvGrpSpPr>
          <p:grpSpPr>
            <a:xfrm rot="0">
              <a:off x="9754" y="2731"/>
              <a:ext cx="1495" cy="1529"/>
              <a:chOff x="9795" y="2780"/>
              <a:chExt cx="1495" cy="1529"/>
            </a:xfrm>
          </p:grpSpPr>
          <p:cxnSp>
            <p:nvCxnSpPr>
              <p:cNvPr id="100" name="直接箭头连接符 99"/>
              <p:cNvCxnSpPr/>
              <p:nvPr/>
            </p:nvCxnSpPr>
            <p:spPr>
              <a:xfrm>
                <a:off x="9795" y="2780"/>
                <a:ext cx="229" cy="4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1" name="直接箭头连接符 100"/>
              <p:cNvCxnSpPr>
                <a:stCxn id="78" idx="0"/>
              </p:cNvCxnSpPr>
              <p:nvPr/>
            </p:nvCxnSpPr>
            <p:spPr>
              <a:xfrm flipH="1" flipV="1">
                <a:off x="11123" y="3748"/>
                <a:ext cx="167" cy="56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108" name="文本框 107"/>
            <p:cNvSpPr txBox="1"/>
            <p:nvPr/>
          </p:nvSpPr>
          <p:spPr>
            <a:xfrm>
              <a:off x="10098" y="6084"/>
              <a:ext cx="2301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zh-CN" sz="1200">
                  <a:sym typeface="+mn-ea"/>
                </a:rPr>
                <a:t>Interaction Graph</a:t>
              </a:r>
              <a:endParaRPr lang="en-US" altLang="zh-CN" sz="1200">
                <a:sym typeface="+mn-ea"/>
              </a:endParaRPr>
            </a:p>
          </p:txBody>
        </p:sp>
        <p:sp>
          <p:nvSpPr>
            <p:cNvPr id="114" name="文本框 113"/>
            <p:cNvSpPr txBox="1"/>
            <p:nvPr/>
          </p:nvSpPr>
          <p:spPr>
            <a:xfrm>
              <a:off x="9998" y="6811"/>
              <a:ext cx="2675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zh-CN" sz="1400">
                  <a:sym typeface="+mn-ea"/>
                </a:rPr>
                <a:t>GAT Encoder</a:t>
              </a:r>
              <a:endParaRPr lang="en-US" altLang="zh-CN" sz="1400">
                <a:sym typeface="+mn-ea"/>
              </a:endParaRPr>
            </a:p>
          </p:txBody>
        </p:sp>
        <p:cxnSp>
          <p:nvCxnSpPr>
            <p:cNvPr id="2" name="直接箭头连接符 1"/>
            <p:cNvCxnSpPr>
              <a:stCxn id="78" idx="0"/>
            </p:cNvCxnSpPr>
            <p:nvPr/>
          </p:nvCxnSpPr>
          <p:spPr>
            <a:xfrm flipH="1" flipV="1">
              <a:off x="10107" y="3693"/>
              <a:ext cx="1142" cy="56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sm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9533" y="3122"/>
                  <a:ext cx="3354" cy="55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{</m:t>
                        </m:r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𝐿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𝐿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,...,</m:t>
                        </m:r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zh-CN" sz="14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}</m:t>
                        </m:r>
                      </m:oMath>
                    </m:oMathPara>
                  </a14:m>
                  <a:endParaRPr lang="en-US" altLang="zh-CN" sz="1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3" y="3122"/>
                  <a:ext cx="3354" cy="552"/>
                </a:xfrm>
                <a:prstGeom prst="rect">
                  <a:avLst/>
                </a:prstGeom>
                <a:blipFill rotWithShape="1">
                  <a:blip r:embed="rId3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接箭头连接符 7"/>
            <p:cNvCxnSpPr/>
            <p:nvPr/>
          </p:nvCxnSpPr>
          <p:spPr>
            <a:xfrm>
              <a:off x="10796" y="2725"/>
              <a:ext cx="212" cy="49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sm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>
              <a:stCxn id="78" idx="0"/>
            </p:cNvCxnSpPr>
            <p:nvPr/>
          </p:nvCxnSpPr>
          <p:spPr>
            <a:xfrm flipV="1">
              <a:off x="11249" y="3737"/>
              <a:ext cx="1058" cy="52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sm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92" idx="2"/>
            </p:cNvCxnSpPr>
            <p:nvPr/>
          </p:nvCxnSpPr>
          <p:spPr>
            <a:xfrm flipH="1">
              <a:off x="12440" y="2690"/>
              <a:ext cx="288" cy="4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sm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57" name="右箭头 56"/>
            <p:cNvSpPr/>
            <p:nvPr/>
          </p:nvSpPr>
          <p:spPr>
            <a:xfrm>
              <a:off x="13305" y="3838"/>
              <a:ext cx="832" cy="388"/>
            </a:xfrm>
            <a:prstGeom prst="rightArrow">
              <a:avLst/>
            </a:prstGeom>
            <a:solidFill>
              <a:srgbClr val="D9D1E0"/>
            </a:solidFill>
            <a:ln w="9525">
              <a:solidFill>
                <a:srgbClr val="0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4461" y="1529"/>
              <a:ext cx="2675" cy="4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</a:extLst>
          </p:spPr>
          <p:txBody>
            <a:bodyPr wrap="square" rtlCol="0" anchor="t">
              <a:spAutoFit/>
            </a:bodyPr>
            <a:p>
              <a:pPr algn="ctr"/>
              <a:r>
                <a:rPr lang="en-US" altLang="zh-CN" sz="1400">
                  <a:sym typeface="+mn-ea"/>
                </a:rPr>
                <a:t>GRU </a:t>
              </a:r>
              <a:endParaRPr lang="en-US" altLang="zh-CN" sz="1400">
                <a:sym typeface="+mn-ea"/>
              </a:endParaRPr>
            </a:p>
          </p:txBody>
        </p:sp>
        <p:pic>
          <p:nvPicPr>
            <p:cNvPr id="6" name="图片 5" descr="图片1"/>
            <p:cNvPicPr>
              <a:picLocks noChangeAspect="1"/>
            </p:cNvPicPr>
            <p:nvPr/>
          </p:nvPicPr>
          <p:blipFill>
            <a:blip r:embed="rId3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3613" y="1529"/>
              <a:ext cx="4371" cy="3145"/>
            </a:xfrm>
            <a:prstGeom prst="rect">
              <a:avLst/>
            </a:prstGeom>
          </p:spPr>
        </p:pic>
        <p:grpSp>
          <p:nvGrpSpPr>
            <p:cNvPr id="15" name="组合 14"/>
            <p:cNvGrpSpPr/>
            <p:nvPr/>
          </p:nvGrpSpPr>
          <p:grpSpPr>
            <a:xfrm rot="0">
              <a:off x="14002" y="5203"/>
              <a:ext cx="1752" cy="1712"/>
              <a:chOff x="15119" y="3972"/>
              <a:chExt cx="1752" cy="1712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15724" y="4806"/>
                <a:ext cx="338" cy="326"/>
              </a:xfrm>
              <a:prstGeom prst="ellipse">
                <a:avLst/>
              </a:prstGeom>
              <a:solidFill>
                <a:srgbClr val="D9D1E0"/>
              </a:solidFill>
              <a:ln w="9525">
                <a:solidFill>
                  <a:srgbClr val="0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15724" y="5358"/>
                <a:ext cx="338" cy="326"/>
              </a:xfrm>
              <a:prstGeom prst="ellipse">
                <a:avLst/>
              </a:prstGeom>
              <a:solidFill>
                <a:srgbClr val="D9D1E0"/>
              </a:solidFill>
              <a:ln w="9525">
                <a:solidFill>
                  <a:srgbClr val="0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15724" y="3972"/>
                <a:ext cx="338" cy="326"/>
              </a:xfrm>
              <a:prstGeom prst="ellipse">
                <a:avLst/>
              </a:prstGeom>
              <a:solidFill>
                <a:srgbClr val="D9D1E0"/>
              </a:solidFill>
              <a:ln w="9525">
                <a:solidFill>
                  <a:srgbClr val="0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5724" y="4375"/>
                <a:ext cx="338" cy="326"/>
              </a:xfrm>
              <a:prstGeom prst="ellipse">
                <a:avLst/>
              </a:prstGeom>
              <a:solidFill>
                <a:srgbClr val="D9D1E0"/>
              </a:solidFill>
              <a:ln w="9525">
                <a:solidFill>
                  <a:srgbClr val="0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16533" y="4701"/>
                <a:ext cx="338" cy="326"/>
              </a:xfrm>
              <a:prstGeom prst="ellipse">
                <a:avLst/>
              </a:prstGeom>
              <a:solidFill>
                <a:srgbClr val="B5D5AC"/>
              </a:solidFill>
              <a:ln w="9525">
                <a:solidFill>
                  <a:srgbClr val="0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cxnSp>
            <p:nvCxnSpPr>
              <p:cNvPr id="102" name="直接箭头连接符 101"/>
              <p:cNvCxnSpPr>
                <a:stCxn id="22" idx="6"/>
                <a:endCxn id="56" idx="2"/>
              </p:cNvCxnSpPr>
              <p:nvPr/>
            </p:nvCxnSpPr>
            <p:spPr>
              <a:xfrm flipV="1">
                <a:off x="16062" y="4864"/>
                <a:ext cx="471" cy="105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6" name="椭圆 105"/>
              <p:cNvSpPr/>
              <p:nvPr/>
            </p:nvSpPr>
            <p:spPr>
              <a:xfrm>
                <a:off x="15119" y="4353"/>
                <a:ext cx="338" cy="326"/>
              </a:xfrm>
              <a:prstGeom prst="ellipse">
                <a:avLst/>
              </a:prstGeom>
              <a:solidFill>
                <a:srgbClr val="FCEDAF"/>
              </a:solidFill>
              <a:ln w="9525">
                <a:solidFill>
                  <a:srgbClr val="0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07" name="椭圆 106"/>
              <p:cNvSpPr/>
              <p:nvPr/>
            </p:nvSpPr>
            <p:spPr>
              <a:xfrm>
                <a:off x="15119" y="4756"/>
                <a:ext cx="338" cy="326"/>
              </a:xfrm>
              <a:prstGeom prst="ellipse">
                <a:avLst/>
              </a:prstGeom>
              <a:solidFill>
                <a:srgbClr val="FCEDAF"/>
              </a:solidFill>
              <a:ln w="9525">
                <a:solidFill>
                  <a:srgbClr val="0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24" name="椭圆 123"/>
              <p:cNvSpPr/>
              <p:nvPr/>
            </p:nvSpPr>
            <p:spPr>
              <a:xfrm>
                <a:off x="15119" y="5225"/>
                <a:ext cx="338" cy="326"/>
              </a:xfrm>
              <a:prstGeom prst="ellipse">
                <a:avLst/>
              </a:prstGeom>
              <a:solidFill>
                <a:srgbClr val="FCEDAF"/>
              </a:solidFill>
              <a:ln w="9525">
                <a:solidFill>
                  <a:srgbClr val="0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cxnSp>
            <p:nvCxnSpPr>
              <p:cNvPr id="125" name="直接箭头连接符 124"/>
              <p:cNvCxnSpPr>
                <a:stCxn id="106" idx="6"/>
                <a:endCxn id="30" idx="3"/>
              </p:cNvCxnSpPr>
              <p:nvPr/>
            </p:nvCxnSpPr>
            <p:spPr>
              <a:xfrm flipV="1">
                <a:off x="15455" y="4251"/>
                <a:ext cx="314" cy="267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7" name="直接箭头连接符 126"/>
              <p:cNvCxnSpPr>
                <a:stCxn id="106" idx="6"/>
                <a:endCxn id="34" idx="2"/>
              </p:cNvCxnSpPr>
              <p:nvPr/>
            </p:nvCxnSpPr>
            <p:spPr>
              <a:xfrm>
                <a:off x="15455" y="4519"/>
                <a:ext cx="267" cy="24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8" name="直接箭头连接符 127"/>
              <p:cNvCxnSpPr>
                <a:stCxn id="106" idx="6"/>
                <a:endCxn id="22" idx="2"/>
              </p:cNvCxnSpPr>
              <p:nvPr/>
            </p:nvCxnSpPr>
            <p:spPr>
              <a:xfrm>
                <a:off x="15455" y="4519"/>
                <a:ext cx="267" cy="453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9" name="直接箭头连接符 128"/>
              <p:cNvCxnSpPr>
                <a:stCxn id="106" idx="6"/>
                <a:endCxn id="24" idx="2"/>
              </p:cNvCxnSpPr>
              <p:nvPr/>
            </p:nvCxnSpPr>
            <p:spPr>
              <a:xfrm>
                <a:off x="15455" y="4519"/>
                <a:ext cx="267" cy="1002"/>
              </a:xfrm>
              <a:prstGeom prst="straightConnector1">
                <a:avLst/>
              </a:prstGeom>
              <a:solidFill>
                <a:srgbClr val="FCEDAF"/>
              </a:solidFill>
              <a:ln w="9525">
                <a:solidFill>
                  <a:srgbClr val="0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</p:cxnSp>
          <p:cxnSp>
            <p:nvCxnSpPr>
              <p:cNvPr id="130" name="直接箭头连接符 129"/>
              <p:cNvCxnSpPr>
                <a:endCxn id="34" idx="2"/>
              </p:cNvCxnSpPr>
              <p:nvPr/>
            </p:nvCxnSpPr>
            <p:spPr>
              <a:xfrm flipV="1">
                <a:off x="15445" y="4539"/>
                <a:ext cx="283" cy="403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1" name="直接箭头连接符 130"/>
              <p:cNvCxnSpPr>
                <a:endCxn id="22" idx="2"/>
              </p:cNvCxnSpPr>
              <p:nvPr/>
            </p:nvCxnSpPr>
            <p:spPr>
              <a:xfrm>
                <a:off x="15445" y="4943"/>
                <a:ext cx="283" cy="31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2" name="直接箭头连接符 131"/>
              <p:cNvCxnSpPr>
                <a:endCxn id="24" idx="2"/>
              </p:cNvCxnSpPr>
              <p:nvPr/>
            </p:nvCxnSpPr>
            <p:spPr>
              <a:xfrm>
                <a:off x="15445" y="4943"/>
                <a:ext cx="283" cy="579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3" name="直接箭头连接符 132"/>
              <p:cNvCxnSpPr>
                <a:endCxn id="30" idx="3"/>
              </p:cNvCxnSpPr>
              <p:nvPr/>
            </p:nvCxnSpPr>
            <p:spPr>
              <a:xfrm flipV="1">
                <a:off x="15445" y="4251"/>
                <a:ext cx="329" cy="691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4" name="直接箭头连接符 133"/>
              <p:cNvCxnSpPr>
                <a:stCxn id="124" idx="6"/>
                <a:endCxn id="30" idx="3"/>
              </p:cNvCxnSpPr>
              <p:nvPr/>
            </p:nvCxnSpPr>
            <p:spPr>
              <a:xfrm flipV="1">
                <a:off x="15455" y="4251"/>
                <a:ext cx="314" cy="1141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5" name="直接箭头连接符 134"/>
              <p:cNvCxnSpPr>
                <a:stCxn id="124" idx="6"/>
                <a:endCxn id="34" idx="2"/>
              </p:cNvCxnSpPr>
              <p:nvPr/>
            </p:nvCxnSpPr>
            <p:spPr>
              <a:xfrm flipV="1">
                <a:off x="15455" y="4539"/>
                <a:ext cx="267" cy="853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6" name="直接箭头连接符 135"/>
              <p:cNvCxnSpPr>
                <a:stCxn id="124" idx="6"/>
                <a:endCxn id="22" idx="2"/>
              </p:cNvCxnSpPr>
              <p:nvPr/>
            </p:nvCxnSpPr>
            <p:spPr>
              <a:xfrm flipV="1">
                <a:off x="15455" y="4974"/>
                <a:ext cx="267" cy="419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7" name="直接箭头连接符 136"/>
              <p:cNvCxnSpPr>
                <a:stCxn id="124" idx="6"/>
              </p:cNvCxnSpPr>
              <p:nvPr/>
            </p:nvCxnSpPr>
            <p:spPr>
              <a:xfrm>
                <a:off x="15455" y="5393"/>
                <a:ext cx="264" cy="128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0" name="直接箭头连接符 139"/>
              <p:cNvCxnSpPr>
                <a:stCxn id="24" idx="6"/>
                <a:endCxn id="56" idx="2"/>
              </p:cNvCxnSpPr>
              <p:nvPr/>
            </p:nvCxnSpPr>
            <p:spPr>
              <a:xfrm flipV="1">
                <a:off x="16062" y="4864"/>
                <a:ext cx="471" cy="657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4" name="直接箭头连接符 143"/>
              <p:cNvCxnSpPr>
                <a:stCxn id="34" idx="6"/>
              </p:cNvCxnSpPr>
              <p:nvPr/>
            </p:nvCxnSpPr>
            <p:spPr>
              <a:xfrm>
                <a:off x="16062" y="4538"/>
                <a:ext cx="459" cy="325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8" name="直接箭头连接符 147"/>
              <p:cNvCxnSpPr>
                <a:stCxn id="30" idx="5"/>
                <a:endCxn id="56" idx="2"/>
              </p:cNvCxnSpPr>
              <p:nvPr/>
            </p:nvCxnSpPr>
            <p:spPr>
              <a:xfrm>
                <a:off x="16013" y="4250"/>
                <a:ext cx="520" cy="614"/>
              </a:xfrm>
              <a:prstGeom prst="straightConnector1">
                <a:avLst/>
              </a:prstGeom>
              <a:ln w="3175">
                <a:solidFill>
                  <a:srgbClr val="535353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6" name="右箭头 15"/>
            <p:cNvSpPr/>
            <p:nvPr/>
          </p:nvSpPr>
          <p:spPr>
            <a:xfrm rot="5400000">
              <a:off x="15610" y="4170"/>
              <a:ext cx="637" cy="388"/>
            </a:xfrm>
            <a:prstGeom prst="rightArrow">
              <a:avLst/>
            </a:prstGeom>
            <a:solidFill>
              <a:srgbClr val="D9D1E0"/>
            </a:solidFill>
            <a:ln w="9525">
              <a:solidFill>
                <a:srgbClr val="0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3438" y="4683"/>
              <a:ext cx="2675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zh-CN" sz="1400">
                  <a:sym typeface="+mn-ea"/>
                </a:rPr>
                <a:t>MLP</a:t>
              </a:r>
              <a:endParaRPr lang="en-US" altLang="zh-CN" sz="1400"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15754" y="5349"/>
                  <a:ext cx="1975" cy="508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1200">
                            <a:latin typeface="Cambria Math" panose="02040503050406030204" charset="0"/>
                            <a:cs typeface="Cambria Math" panose="02040503050406030204" charset="0"/>
                          </a:rPr>
                          <m:t>σ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sz="12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2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54" y="5349"/>
                  <a:ext cx="1975" cy="508"/>
                </a:xfrm>
                <a:prstGeom prst="rect">
                  <a:avLst/>
                </a:prstGeom>
                <a:blipFill rotWithShape="1">
                  <a:blip r:embed="rId3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" name="图片 19" descr="经营异常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 flipH="1">
              <a:off x="16793" y="6118"/>
              <a:ext cx="642" cy="642"/>
            </a:xfrm>
            <a:prstGeom prst="rect">
              <a:avLst/>
            </a:prstGeom>
          </p:spPr>
        </p:pic>
        <p:pic>
          <p:nvPicPr>
            <p:cNvPr id="31" name="图片 30" descr="认证审核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6008" y="6201"/>
              <a:ext cx="559" cy="559"/>
            </a:xfrm>
            <a:prstGeom prst="rect">
              <a:avLst/>
            </a:prstGeom>
          </p:spPr>
        </p:pic>
        <p:sp>
          <p:nvSpPr>
            <p:cNvPr id="36" name="文本框 35"/>
            <p:cNvSpPr txBox="1"/>
            <p:nvPr/>
          </p:nvSpPr>
          <p:spPr>
            <a:xfrm>
              <a:off x="15422" y="4683"/>
              <a:ext cx="2459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zh-CN" sz="1400">
                  <a:sym typeface="+mn-ea"/>
                </a:rPr>
                <a:t>Anomaly score</a:t>
              </a:r>
              <a:endParaRPr lang="en-US" altLang="zh-CN" sz="1400">
                <a:sym typeface="+mn-ea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425" y="6685"/>
              <a:ext cx="2459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zh-CN" sz="1400">
                  <a:sym typeface="+mn-ea"/>
                </a:rPr>
                <a:t>Normal/Attack</a:t>
              </a:r>
              <a:endParaRPr lang="en-US" altLang="zh-CN" sz="1400">
                <a:sym typeface="+mn-ea"/>
              </a:endParaRPr>
            </a:p>
          </p:txBody>
        </p:sp>
        <p:pic>
          <p:nvPicPr>
            <p:cNvPr id="48" name="图片 47" descr="10759020175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 rot="10800000">
              <a:off x="15659" y="5504"/>
              <a:ext cx="454" cy="454"/>
            </a:xfrm>
            <a:prstGeom prst="rect">
              <a:avLst/>
            </a:prstGeom>
          </p:spPr>
        </p:pic>
      </p:grpSp>
    </p:spTree>
    <p:custDataLst>
      <p:tags r:id="rId4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DOCER_RESOURCE_TRACE_INFO" val="{&quot;id&quot;:&quot;21537275&quot;,&quot;origin&quot;:0,&quot;type&quot;:&quot;icons&quot;,&quot;user&quot;:&quot;420827017&quot;}"/>
</p:tagLst>
</file>

<file path=ppt/tags/tag64.xml><?xml version="1.0" encoding="utf-8"?>
<p:tagLst xmlns:p="http://schemas.openxmlformats.org/presentationml/2006/main">
  <p:tag name="KSO_DOCER_RESOURCE_TRACE_INFO" val="{&quot;id&quot;:&quot;21537275&quot;,&quot;origin&quot;:0,&quot;type&quot;:&quot;icons&quot;,&quot;user&quot;:&quot;420827017&quot;}"/>
</p:tagLst>
</file>

<file path=ppt/tags/tag65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420827017&quot;}"/>
</p:tagLst>
</file>

<file path=ppt/tags/tag66.xml><?xml version="1.0" encoding="utf-8"?>
<p:tagLst xmlns:p="http://schemas.openxmlformats.org/presentationml/2006/main">
  <p:tag name="KSO_DOCER_RESOURCE_TRACE_INFO" val="{&quot;id&quot;:&quot;21537275&quot;,&quot;origin&quot;:0,&quot;type&quot;:&quot;icons&quot;,&quot;user&quot;:&quot;420827017&quot;}"/>
</p:tagLst>
</file>

<file path=ppt/tags/tag67.xml><?xml version="1.0" encoding="utf-8"?>
<p:tagLst xmlns:p="http://schemas.openxmlformats.org/presentationml/2006/main">
  <p:tag name="KSO_DOCER_RESOURCE_TRACE_INFO" val="{&quot;id&quot;:&quot;21537275&quot;,&quot;origin&quot;:0,&quot;type&quot;:&quot;icons&quot;,&quot;user&quot;:&quot;420827017&quot;}"/>
</p:tagLst>
</file>

<file path=ppt/tags/tag68.xml><?xml version="1.0" encoding="utf-8"?>
<p:tagLst xmlns:p="http://schemas.openxmlformats.org/presentationml/2006/main">
  <p:tag name="KSO_DOCER_RESOURCE_TRACE_INFO" val="{&quot;id&quot;:&quot;50059385&quot;,&quot;origin&quot;:0,&quot;type&quot;:&quot;icons&quot;,&quot;user&quot;:&quot;420827017&quot;}"/>
</p:tagLst>
</file>

<file path=ppt/tags/tag69.xml><?xml version="1.0" encoding="utf-8"?>
<p:tagLst xmlns:p="http://schemas.openxmlformats.org/presentationml/2006/main">
  <p:tag name="KSO_DOCER_RESOURCE_TRACE_INFO" val="{&quot;id&quot;:&quot;50059210&quot;,&quot;origin&quot;:0,&quot;type&quot;:&quot;icons&quot;,&quot;user&quot;:&quot;420827017&quot;}"/>
</p:tagLst>
</file>

<file path=ppt/tags/tag70.xml><?xml version="1.0" encoding="utf-8"?>
<p:tagLst xmlns:p="http://schemas.openxmlformats.org/presentationml/2006/main">
  <p:tag name="KSO_DOCER_RESOURCE_TRACE_INFO" val="{&quot;id&quot;:&quot;21580667&quot;,&quot;origin&quot;:0,&quot;type&quot;:&quot;icons&quot;,&quot;user&quot;:&quot;420827017&quot;}"/>
</p:tagLst>
</file>

<file path=ppt/tags/tag71.xml><?xml version="1.0" encoding="utf-8"?>
<p:tagLst xmlns:p="http://schemas.openxmlformats.org/presentationml/2006/main">
  <p:tag name="KSO_DOCER_RESOURCE_TRACE_INFO" val="{&quot;id&quot;:&quot;21545161&quot;,&quot;origin&quot;:0,&quot;type&quot;:&quot;icons&quot;,&quot;user&quot;:&quot;420827017&quot;}"/>
</p:tagLst>
</file>

<file path=ppt/tags/tag72.xml><?xml version="1.0" encoding="utf-8"?>
<p:tagLst xmlns:p="http://schemas.openxmlformats.org/presentationml/2006/main">
  <p:tag name="KSO_DOCER_RESOURCE_TRACE_INFO" val="{&quot;id&quot;:&quot;21545161&quot;,&quot;origin&quot;:0,&quot;type&quot;:&quot;icons&quot;,&quot;user&quot;:&quot;420827017&quot;}"/>
</p:tagLst>
</file>

<file path=ppt/tags/tag73.xml><?xml version="1.0" encoding="utf-8"?>
<p:tagLst xmlns:p="http://schemas.openxmlformats.org/presentationml/2006/main">
  <p:tag name="KSO_DOCER_RESOURCE_TRACE_INFO" val="{&quot;id&quot;:&quot;21545161&quot;,&quot;origin&quot;:0,&quot;type&quot;:&quot;icons&quot;,&quot;user&quot;:&quot;420827017&quot;}"/>
</p:tagLst>
</file>

<file path=ppt/tags/tag74.xml><?xml version="1.0" encoding="utf-8"?>
<p:tagLst xmlns:p="http://schemas.openxmlformats.org/presentationml/2006/main">
  <p:tag name="KSO_DOCER_RESOURCE_TRACE_INFO" val="{&quot;id&quot;:&quot;21545161&quot;,&quot;origin&quot;:0,&quot;type&quot;:&quot;icons&quot;,&quot;user&quot;:&quot;420827017&quot;}"/>
</p:tagLst>
</file>

<file path=ppt/tags/tag75.xml><?xml version="1.0" encoding="utf-8"?>
<p:tagLst xmlns:p="http://schemas.openxmlformats.org/presentationml/2006/main">
  <p:tag name="KSO_DOCER_RESOURCE_TRACE_INFO" val="{&quot;id&quot;:&quot;3506593&quot;,&quot;origin&quot;:0,&quot;type&quot;:&quot;icons&quot;,&quot;user&quot;:&quot;420827017&quot;}"/>
</p:tagLst>
</file>

<file path=ppt/tags/tag76.xml><?xml version="1.0" encoding="utf-8"?>
<p:tagLst xmlns:p="http://schemas.openxmlformats.org/presentationml/2006/main">
  <p:tag name="KSO_DOCER_RESOURCE_TRACE_INFO" val="{&quot;id&quot;:&quot;4525505&quot;,&quot;origin&quot;:0,&quot;type&quot;:&quot;icons&quot;,&quot;user&quot;:&quot;420827017&quot;}"/>
</p:tagLst>
</file>

<file path=ppt/tags/tag77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420827017&quot;}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1275,21572347,50059210,21580667,50062559,21545161,21537275,50032351,50059385,50059183,3506593,4525505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WPS 演示</Application>
  <PresentationFormat>宽屏</PresentationFormat>
  <Paragraphs>39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MS Mincho</vt:lpstr>
      <vt:lpstr>Segoe Print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婷婷</cp:lastModifiedBy>
  <cp:revision>157</cp:revision>
  <dcterms:created xsi:type="dcterms:W3CDTF">2019-06-19T02:08:00Z</dcterms:created>
  <dcterms:modified xsi:type="dcterms:W3CDTF">2026-04-25T11:13:02Z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7A508E568F6B4983B027591FEF07BB77_11</vt:lpwstr>
  </property>
</Properties>
</file>